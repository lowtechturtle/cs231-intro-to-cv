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9" r:id="rId4"/>
  </p:sldIdLst>
  <p:sldSz cx="12192000" cy="6858000"/>
  <p:notesSz cx="6858000" cy="9144000"/>
  <p:embeddedFontLst>
    <p:embeddedFont>
      <p:font typeface="Tahoma" panose="020B0604030504040204" pitchFamily="34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gEazq7PAuOgx57ifF8R0or3dcY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customschemas.google.com/relationships/presentationmetadata" Target="meta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4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87F"/>
              </a:buClr>
              <a:buSzPts val="4400"/>
              <a:buNone/>
              <a:defRPr sz="4400" b="1">
                <a:solidFill>
                  <a:srgbClr val="0038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  <a:defRPr sz="2800" b="1">
                <a:solidFill>
                  <a:srgbClr val="E1242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  <a:defRPr sz="1800" b="1" i="0">
                <a:solidFill>
                  <a:srgbClr val="114F9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2" name="Google Shape;42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" name="Google Shape;45;p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387F"/>
              </a:buClr>
              <a:buSzPts val="4400"/>
              <a:buFont typeface="Arial"/>
              <a:buNone/>
              <a:defRPr sz="4400">
                <a:solidFill>
                  <a:srgbClr val="00387F"/>
                </a:solidFill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774145" y="1438835"/>
            <a:ext cx="10579654" cy="473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50" name="Google Shape;50;p5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61" name="Google Shape;61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62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64" name="Google Shape;64;p5"/>
          <p:cNvCxnSpPr/>
          <p:nvPr/>
        </p:nvCxnSpPr>
        <p:spPr>
          <a:xfrm>
            <a:off x="774145" y="1116106"/>
            <a:ext cx="11304699" cy="0"/>
          </a:xfrm>
          <a:prstGeom prst="straightConnector1">
            <a:avLst/>
          </a:prstGeom>
          <a:noFill/>
          <a:ln w="38100" cap="flat" cmpd="sng">
            <a:solidFill>
              <a:srgbClr val="E1242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70" name="Google Shape;70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" name="Google Shape;72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" name="Google Shape;73;p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75" name="Google Shape;75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8" name="Google Shape;78;p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6"/>
          <p:cNvSpPr>
            <a:spLocks noGrp="1"/>
          </p:cNvSpPr>
          <p:nvPr>
            <p:ph type="body" idx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905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sz="20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85" name="Google Shape;85;p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6"/>
            <p:cNvCxnSpPr/>
            <p:nvPr/>
          </p:nvCxnSpPr>
          <p:spPr>
            <a:xfrm rot="10800000" flipH="1">
              <a:off x="6011109" y="1480500"/>
              <a:ext cx="591405" cy="506136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8" name="Google Shape;88;p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w="12700" cap="flat" cmpd="sng">
            <a:solidFill>
              <a:srgbClr val="00C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>
            <a:spLocks noGrp="1"/>
          </p:cNvSpPr>
          <p:nvPr>
            <p:ph type="pic" idx="2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6"/>
          <p:cNvSpPr txBox="1">
            <a:spLocks noGrp="1"/>
          </p:cNvSpPr>
          <p:nvPr>
            <p:ph type="body" idx="3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sz="36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95" name="Google Shape;95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8" name="Google Shape;98;p7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100" name="Google Shape;100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1" name="Google Shape;101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4" name="Google Shape;104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06" name="Google Shape;106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9" name="Google Shape;109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1" name="Google Shape;111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" name="Google Shape;112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5" name="Google Shape;115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16" name="Google Shape;116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" name="Google Shape;117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0" name="Google Shape;120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1" name="Google Shape;121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26" name="Google Shape;126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" name="Google Shape;129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" name="Google Shape;130;p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131" name="Google Shape;131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5" name="Google Shape;135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37" name="Google Shape;137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0" name="Google Shape;140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143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" name="Google Shape;144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" name="Google Shape;145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6" name="Google Shape;146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" name="Google Shape;150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1" name="Google Shape;151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52" name="Google Shape;152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" name="Google Shape;153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" name="Google Shape;154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5" name="Google Shape;155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0" name="Google Shape;160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" name="Google Shape;161;p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67" name="Google Shape;167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" name="Google Shape;168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9" name="Google Shape;169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0" name="Google Shape;170;p7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78" name="Google Shape;178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" name="Google Shape;180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1" name="Google Shape;181;p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6" name="Google Shape;186;p8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8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95" name="Google Shape;195;p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07" name="Google Shape;207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8" name="Google Shape;208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" name="Google Shape;209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0" name="Google Shape;210;p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>
            <a:spLocks noGrp="1"/>
          </p:cNvSpPr>
          <p:nvPr>
            <p:ph type="body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9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3" name="Google Shape;213;p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14" name="Google Shape;214;p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9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4" name="Google Shape;224;p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25" name="Google Shape;225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6" name="Google Shape;226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7" name="Google Shape;227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8" name="Google Shape;228;p9"/>
          <p:cNvSpPr txBox="1">
            <a:spLocks noGrp="1"/>
          </p:cNvSpPr>
          <p:nvPr>
            <p:ph type="body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34" name="Google Shape;234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5" name="Google Shape;235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7" name="Google Shape;237;p1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>
            <a:spLocks noGrp="1"/>
          </p:cNvSpPr>
          <p:nvPr>
            <p:ph type="body" idx="1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1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41" name="Google Shape;241;p1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0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1" name="Google Shape;251;p1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52" name="Google Shape;252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" name="Google Shape;254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5" name="Google Shape;255;p10"/>
          <p:cNvSpPr txBox="1">
            <a:spLocks noGrp="1"/>
          </p:cNvSpPr>
          <p:nvPr>
            <p:ph type="body" idx="2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10"/>
          <p:cNvSpPr txBox="1">
            <a:spLocks noGrp="1"/>
          </p:cNvSpPr>
          <p:nvPr>
            <p:ph type="body" idx="3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10"/>
          <p:cNvSpPr txBox="1">
            <a:spLocks noGrp="1"/>
          </p:cNvSpPr>
          <p:nvPr>
            <p:ph type="body" idx="4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1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63" name="Google Shape;263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4" name="Google Shape;264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5" name="Google Shape;265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6" name="Google Shape;266;p1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0" name="Google Shape;270;p1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71" name="Google Shape;271;p1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1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1" name="Google Shape;281;p1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82" name="Google Shape;282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4" name="Google Shape;284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5" name="Google Shape;285;p11"/>
          <p:cNvSpPr txBox="1">
            <a:spLocks noGrp="1"/>
          </p:cNvSpPr>
          <p:nvPr>
            <p:ph type="body" idx="2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2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90" name="Google Shape;290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2" name="Google Shape;292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3" name="Google Shape;293;p1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2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2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12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98" name="Google Shape;298;p12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2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8" name="Google Shape;308;p12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09" name="Google Shape;309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0" name="Google Shape;310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1" name="Google Shape;311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2" name="Google Shape;312;p12"/>
          <p:cNvSpPr>
            <a:spLocks noGrp="1"/>
          </p:cNvSpPr>
          <p:nvPr>
            <p:ph type="pic" idx="2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3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316" name="Google Shape;316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9" name="Google Shape;319;p1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13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23" name="Google Shape;323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4" name="Google Shape;324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5" name="Google Shape;325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6" name="Google Shape;326;p13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1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37" name="Google Shape;337;p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38" name="Google Shape;338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87F"/>
              </a:buClr>
              <a:buSzPct val="100000"/>
              <a:buNone/>
            </a:pPr>
            <a:r>
              <a:rPr lang="en-US"/>
              <a:t>CS231. Nhập môn thị giác máy tính</a:t>
            </a:r>
            <a:endParaRPr/>
          </a:p>
        </p:txBody>
      </p:sp>
      <p:sp>
        <p:nvSpPr>
          <p:cNvPr id="339" name="Google Shape;339;p1"/>
          <p:cNvSpPr txBox="1">
            <a:spLocks noGrp="1"/>
          </p:cNvSpPr>
          <p:nvPr>
            <p:ph type="body" idx="2"/>
          </p:nvPr>
        </p:nvSpPr>
        <p:spPr>
          <a:xfrm>
            <a:off x="710465" y="3723954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 Bài thực hành 6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Áp dụng phương pháp cửa sổ trượt để xác định các đối tượng trong ảnh</a:t>
            </a:r>
            <a:endParaRPr/>
          </a:p>
        </p:txBody>
      </p:sp>
      <p:sp>
        <p:nvSpPr>
          <p:cNvPr id="340" name="Google Shape;340;p1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Yêu cầu 1</a:t>
            </a:r>
            <a:endParaRPr lang="en-US" alt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Phát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trí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Dog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dog01.jpg</a:t>
            </a:r>
          </a:p>
          <a:p>
            <a:pPr lvl="1"/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trí</a:t>
            </a:r>
            <a:r>
              <a:rPr lang="en-US" altLang="en-US" dirty="0"/>
              <a:t> (hay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bounding box)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mô</a:t>
            </a:r>
            <a:r>
              <a:rPr lang="en-US" altLang="en-US" dirty="0"/>
              <a:t> </a:t>
            </a:r>
            <a:r>
              <a:rPr lang="en-US" altLang="en-US" dirty="0" err="1"/>
              <a:t>tả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4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tọa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: left, top, right, bottom</a:t>
            </a:r>
          </a:p>
          <a:p>
            <a:pPr lvl="1"/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mô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pretrained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MobileNet</a:t>
            </a:r>
            <a:r>
              <a:rPr lang="en-US" altLang="en-US" dirty="0"/>
              <a:t> </a:t>
            </a:r>
            <a:r>
              <a:rPr lang="en-US" altLang="en-US" err="1"/>
              <a:t>hoặc</a:t>
            </a:r>
            <a:r>
              <a:rPr lang="en-US" altLang="en-US"/>
              <a:t> VGG hoặc một mô hình tự xây dựng,…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loại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.</a:t>
            </a:r>
          </a:p>
          <a:p>
            <a:r>
              <a:rPr lang="en-US" altLang="en-US" dirty="0" err="1"/>
              <a:t>Vẽ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bounding box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Dog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chữ</a:t>
            </a:r>
            <a:r>
              <a:rPr lang="en-US" altLang="en-US" dirty="0"/>
              <a:t> </a:t>
            </a:r>
            <a:r>
              <a:rPr lang="en-US" altLang="en-US" dirty="0" err="1"/>
              <a:t>nhật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màu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Red</a:t>
            </a:r>
          </a:p>
          <a:p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92BDAB-45F1-4F5C-8ED2-3AD1672476BD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8473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/>
              <a:t>Yêu cầu 2</a:t>
            </a:r>
            <a:endParaRPr lang="en-US" altLang="en-US" b="1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Phát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trí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Dog, Cat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dogcat.jpg</a:t>
            </a:r>
          </a:p>
          <a:p>
            <a:r>
              <a:rPr lang="en-US" altLang="en-US" dirty="0" err="1"/>
              <a:t>Vẽ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bounding box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Dog</a:t>
            </a:r>
            <a:r>
              <a:rPr lang="en-US" altLang="en-US" dirty="0"/>
              <a:t>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chữ</a:t>
            </a:r>
            <a:r>
              <a:rPr lang="en-US" altLang="en-US" dirty="0"/>
              <a:t> </a:t>
            </a:r>
            <a:r>
              <a:rPr lang="en-US" altLang="en-US" dirty="0" err="1"/>
              <a:t>nhật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màu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Red</a:t>
            </a:r>
          </a:p>
          <a:p>
            <a:r>
              <a:rPr lang="en-US" altLang="en-US" dirty="0" err="1"/>
              <a:t>Vẽ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bounding box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Cat</a:t>
            </a:r>
            <a:r>
              <a:rPr lang="en-US" altLang="en-US" dirty="0"/>
              <a:t>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chữ</a:t>
            </a:r>
            <a:r>
              <a:rPr lang="en-US" altLang="en-US" dirty="0"/>
              <a:t> </a:t>
            </a:r>
            <a:r>
              <a:rPr lang="en-US" altLang="en-US" dirty="0" err="1"/>
              <a:t>nhật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màu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Green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92BDAB-45F1-4F5C-8ED2-3AD1672476BD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33760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181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Tahoma</vt:lpstr>
      <vt:lpstr>Arial</vt:lpstr>
      <vt:lpstr>Times New Roman</vt:lpstr>
      <vt:lpstr>Calibri</vt:lpstr>
      <vt:lpstr>Office Theme</vt:lpstr>
      <vt:lpstr>PowerPoint Presentation</vt:lpstr>
      <vt:lpstr>Yêu cầu 1</vt:lpstr>
      <vt:lpstr>Yêu cầu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Hoàng Lộc</dc:creator>
  <cp:lastModifiedBy>Mai Tiến Dũng</cp:lastModifiedBy>
  <cp:revision>6</cp:revision>
  <dcterms:created xsi:type="dcterms:W3CDTF">2023-03-03T01:55:04Z</dcterms:created>
  <dcterms:modified xsi:type="dcterms:W3CDTF">2025-05-11T04:30:26Z</dcterms:modified>
</cp:coreProperties>
</file>