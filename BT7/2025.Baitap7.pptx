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61" r:id="rId4"/>
    <p:sldId id="262" r:id="rId5"/>
    <p:sldId id="263" r:id="rId6"/>
    <p:sldId id="264" r:id="rId7"/>
    <p:sldId id="260" r:id="rId8"/>
  </p:sldIdLst>
  <p:sldSz cx="12192000" cy="6858000"/>
  <p:notesSz cx="6858000" cy="9144000"/>
  <p:embeddedFontLst>
    <p:embeddedFont>
      <p:font typeface="Tahoma" panose="020B0604030504040204" pitchFamily="34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gEazq7PAuOgx57ifF8R0or3dcY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êu đề">
  <p:cSld name="Tiêu đề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ftr" idx="11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/>
          <p:nvPr/>
        </p:nvSpPr>
        <p:spPr>
          <a:xfrm rot="10800000">
            <a:off x="-1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" name="Google Shape;19;p4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20" name="Google Shape;20;p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" name="Google Shape;21;p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" name="Google Shape;22;p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3" name="Google Shape;23;p4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" name="Google Shape;24;p4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25" name="Google Shape;25;p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" name="Google Shape;26;p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" name="Google Shape;27;p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8" name="Google Shape;28;p4"/>
          <p:cNvSpPr/>
          <p:nvPr/>
        </p:nvSpPr>
        <p:spPr>
          <a:xfrm flipH="1">
            <a:off x="5441009" y="0"/>
            <a:ext cx="6750991" cy="3048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 rot="10800000" flipH="1">
            <a:off x="0" y="6553200"/>
            <a:ext cx="6750991" cy="3048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4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105836" y="6604291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75604" y="658755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1"/>
          </p:nvPr>
        </p:nvSpPr>
        <p:spPr>
          <a:xfrm>
            <a:off x="1850807" y="2208158"/>
            <a:ext cx="8490387" cy="696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87F"/>
              </a:buClr>
              <a:buSzPts val="4400"/>
              <a:buNone/>
              <a:defRPr sz="4400" b="1">
                <a:solidFill>
                  <a:srgbClr val="0038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2"/>
          </p:nvPr>
        </p:nvSpPr>
        <p:spPr>
          <a:xfrm>
            <a:off x="876991" y="3039455"/>
            <a:ext cx="10438019" cy="4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12424"/>
              </a:buClr>
              <a:buSzPts val="2800"/>
              <a:buNone/>
              <a:defRPr sz="2800" b="1">
                <a:solidFill>
                  <a:srgbClr val="E1242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3"/>
          </p:nvPr>
        </p:nvSpPr>
        <p:spPr>
          <a:xfrm>
            <a:off x="7758953" y="5005949"/>
            <a:ext cx="3637025" cy="345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4F91"/>
              </a:buClr>
              <a:buSzPts val="1800"/>
              <a:buNone/>
              <a:defRPr sz="1800" b="1" i="0">
                <a:solidFill>
                  <a:srgbClr val="114F9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dt" idx="10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" type="obj">
  <p:cSld name="OBJEC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" name="Google Shape;41;p5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42" name="Google Shape;42;p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" name="Google Shape;43;p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4" name="Google Shape;44;p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5" name="Google Shape;45;p5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387F"/>
              </a:buClr>
              <a:buSzPts val="4400"/>
              <a:buFont typeface="Arial"/>
              <a:buNone/>
              <a:defRPr sz="4400">
                <a:solidFill>
                  <a:srgbClr val="00387F"/>
                </a:solidFill>
              </a:defRPr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1"/>
          </p:nvPr>
        </p:nvSpPr>
        <p:spPr>
          <a:xfrm>
            <a:off x="774145" y="1438835"/>
            <a:ext cx="10579654" cy="4738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9" name="Google Shape;49;p5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50" name="Google Shape;50;p5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" name="Google Shape;56;p5"/>
          <p:cNvSpPr txBox="1">
            <a:spLocks noGrp="1"/>
          </p:cNvSpPr>
          <p:nvPr>
            <p:ph type="dt" idx="10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0" name="Google Shape;60;p5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61" name="Google Shape;61;p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" name="Google Shape;62;p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" name="Google Shape;63;p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64" name="Google Shape;64;p5"/>
          <p:cNvCxnSpPr/>
          <p:nvPr/>
        </p:nvCxnSpPr>
        <p:spPr>
          <a:xfrm>
            <a:off x="774145" y="1116106"/>
            <a:ext cx="11304699" cy="0"/>
          </a:xfrm>
          <a:prstGeom prst="straightConnector1">
            <a:avLst/>
          </a:prstGeom>
          <a:noFill/>
          <a:ln w="38100" cap="flat" cmpd="sng">
            <a:solidFill>
              <a:srgbClr val="E1242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êu đề chương">
  <p:cSld name="3_Tiêu đề chương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6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6"/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" name="Google Shape;69;p6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70" name="Google Shape;70;p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1" name="Google Shape;71;p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2" name="Google Shape;72;p6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73" name="Google Shape;73;p6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" name="Google Shape;74;p6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75" name="Google Shape;75;p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6" name="Google Shape;76;p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7" name="Google Shape;77;p6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78" name="Google Shape;78;p6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 txBox="1">
            <a:spLocks noGrp="1"/>
          </p:cNvSpPr>
          <p:nvPr>
            <p:ph type="dt" idx="10"/>
          </p:nvPr>
        </p:nvSpPr>
        <p:spPr>
          <a:xfrm>
            <a:off x="60603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"/>
          <p:cNvSpPr txBox="1">
            <a:spLocks noGrp="1"/>
          </p:cNvSpPr>
          <p:nvPr>
            <p:ph type="ftr" idx="11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 txBox="1">
            <a:spLocks noGrp="1"/>
          </p:cNvSpPr>
          <p:nvPr>
            <p:ph type="sldNum" idx="12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6"/>
          <p:cNvSpPr>
            <a:spLocks noGrp="1"/>
          </p:cNvSpPr>
          <p:nvPr>
            <p:ph type="body" idx="1"/>
          </p:nvPr>
        </p:nvSpPr>
        <p:spPr>
          <a:xfrm>
            <a:off x="1704109" y="3019167"/>
            <a:ext cx="4583866" cy="1439258"/>
          </a:xfrm>
          <a:prstGeom prst="roundRect">
            <a:avLst>
              <a:gd name="adj" fmla="val 2631"/>
            </a:avLst>
          </a:prstGeom>
          <a:solidFill>
            <a:srgbClr val="F2F2F2"/>
          </a:solidFill>
          <a:ln w="19050" cap="rnd" cmpd="sng">
            <a:solidFill>
              <a:srgbClr val="00C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2FF"/>
              </a:buClr>
              <a:buSzPts val="2000"/>
              <a:buNone/>
              <a:defRPr sz="2000" b="1" i="0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84" name="Google Shape;84;p6"/>
          <p:cNvGrpSpPr/>
          <p:nvPr/>
        </p:nvGrpSpPr>
        <p:grpSpPr>
          <a:xfrm>
            <a:off x="-1" y="4458425"/>
            <a:ext cx="8647103" cy="664514"/>
            <a:chOff x="-349411" y="1322122"/>
            <a:chExt cx="8647103" cy="664514"/>
          </a:xfrm>
        </p:grpSpPr>
        <p:cxnSp>
          <p:nvCxnSpPr>
            <p:cNvPr id="85" name="Google Shape;85;p6"/>
            <p:cNvCxnSpPr/>
            <p:nvPr/>
          </p:nvCxnSpPr>
          <p:spPr>
            <a:xfrm>
              <a:off x="-349411" y="1986636"/>
              <a:ext cx="6360520" cy="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" name="Google Shape;86;p6"/>
            <p:cNvCxnSpPr/>
            <p:nvPr/>
          </p:nvCxnSpPr>
          <p:spPr>
            <a:xfrm rot="10800000" flipH="1">
              <a:off x="6011109" y="1480500"/>
              <a:ext cx="591405" cy="506136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" name="Google Shape;87;p6"/>
            <p:cNvCxnSpPr/>
            <p:nvPr/>
          </p:nvCxnSpPr>
          <p:spPr>
            <a:xfrm>
              <a:off x="6602514" y="1480500"/>
              <a:ext cx="1378423" cy="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88" name="Google Shape;88;p6"/>
            <p:cNvSpPr/>
            <p:nvPr/>
          </p:nvSpPr>
          <p:spPr>
            <a:xfrm>
              <a:off x="7980937" y="1322122"/>
              <a:ext cx="316755" cy="316755"/>
            </a:xfrm>
            <a:prstGeom prst="ellipse">
              <a:avLst/>
            </a:prstGeom>
            <a:gradFill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Google Shape;89;p6"/>
          <p:cNvSpPr/>
          <p:nvPr/>
        </p:nvSpPr>
        <p:spPr>
          <a:xfrm>
            <a:off x="796022" y="2736380"/>
            <a:ext cx="2019600" cy="20196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0"/>
          </a:gradFill>
          <a:ln w="12700" cap="flat" cmpd="sng">
            <a:solidFill>
              <a:srgbClr val="00C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"/>
          <p:cNvSpPr>
            <a:spLocks noGrp="1"/>
          </p:cNvSpPr>
          <p:nvPr>
            <p:ph type="pic" idx="2"/>
          </p:nvPr>
        </p:nvSpPr>
        <p:spPr>
          <a:xfrm>
            <a:off x="690326" y="2728996"/>
            <a:ext cx="2020888" cy="20196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00F7FF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91" name="Google Shape;91;p6"/>
          <p:cNvSpPr txBox="1">
            <a:spLocks noGrp="1"/>
          </p:cNvSpPr>
          <p:nvPr>
            <p:ph type="body" idx="3"/>
          </p:nvPr>
        </p:nvSpPr>
        <p:spPr>
          <a:xfrm>
            <a:off x="2711214" y="2263753"/>
            <a:ext cx="3576761" cy="622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3600"/>
              <a:buNone/>
              <a:defRPr sz="36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ục lục">
  <p:cSld name="1_Mục lục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7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95" name="Google Shape;95;p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" name="Google Shape;96;p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" name="Google Shape;97;p7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98" name="Google Shape;98;p7"/>
          <p:cNvSpPr txBox="1">
            <a:spLocks noGrp="1"/>
          </p:cNvSpPr>
          <p:nvPr>
            <p:ph type="ftr" idx="11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9" name="Google Shape;99;p7"/>
          <p:cNvGrpSpPr/>
          <p:nvPr/>
        </p:nvGrpSpPr>
        <p:grpSpPr>
          <a:xfrm>
            <a:off x="-2323526" y="1121391"/>
            <a:ext cx="4841288" cy="5054000"/>
            <a:chOff x="-1259888" y="901609"/>
            <a:chExt cx="4841288" cy="5054000"/>
          </a:xfrm>
        </p:grpSpPr>
        <p:grpSp>
          <p:nvGrpSpPr>
            <p:cNvPr id="100" name="Google Shape;100;p7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101" name="Google Shape;101;p7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2" name="Google Shape;102;p7"/>
              <p:cNvCxnSpPr/>
              <p:nvPr/>
            </p:nvCxnSpPr>
            <p:spPr>
              <a:xfrm rot="10800000" flipH="1">
                <a:off x="2520285" y="1059987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3" name="Google Shape;103;p7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04" name="Google Shape;104;p7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" name="Google Shape;105;p7"/>
            <p:cNvGrpSpPr/>
            <p:nvPr/>
          </p:nvGrpSpPr>
          <p:grpSpPr>
            <a:xfrm rot="10800000" flipH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06" name="Google Shape;106;p7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7" name="Google Shape;107;p7"/>
              <p:cNvCxnSpPr/>
              <p:nvPr/>
            </p:nvCxnSpPr>
            <p:spPr>
              <a:xfrm rot="10800000" flipH="1">
                <a:off x="2520285" y="1390903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8" name="Google Shape;108;p7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09" name="Google Shape;109;p7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" name="Google Shape;110;p7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11" name="Google Shape;111;p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2" name="Google Shape;112;p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" name="Google Shape;113;p7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" name="Google Shape;114;p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15" name="Google Shape;115;p7"/>
            <p:cNvGrpSpPr/>
            <p:nvPr/>
          </p:nvGrpSpPr>
          <p:grpSpPr>
            <a:xfrm rot="10800000" flipH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116" name="Google Shape;116;p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7" name="Google Shape;117;p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8" name="Google Shape;118;p7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9" name="Google Shape;119;p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20" name="Google Shape;120;p7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121" name="Google Shape;121;p7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2" name="Google Shape;122;p7"/>
              <p:cNvCxnSpPr/>
              <p:nvPr/>
            </p:nvCxnSpPr>
            <p:spPr>
              <a:xfrm rot="10800000" flipH="1">
                <a:off x="1368303" y="2877197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3" name="Google Shape;123;p7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24" name="Google Shape;124;p7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" name="Google Shape;125;p7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126" name="Google Shape;126;p7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7" name="Google Shape;127;p7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8" name="Google Shape;128;p7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29" name="Google Shape;129;p7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0" name="Google Shape;130;p7"/>
          <p:cNvGrpSpPr/>
          <p:nvPr/>
        </p:nvGrpSpPr>
        <p:grpSpPr>
          <a:xfrm flipH="1">
            <a:off x="9674240" y="1121391"/>
            <a:ext cx="4841288" cy="5054000"/>
            <a:chOff x="-1259888" y="901609"/>
            <a:chExt cx="4841288" cy="5054000"/>
          </a:xfrm>
        </p:grpSpPr>
        <p:grpSp>
          <p:nvGrpSpPr>
            <p:cNvPr id="131" name="Google Shape;131;p7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132" name="Google Shape;132;p7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" name="Google Shape;133;p7"/>
              <p:cNvCxnSpPr/>
              <p:nvPr/>
            </p:nvCxnSpPr>
            <p:spPr>
              <a:xfrm rot="10800000" flipH="1">
                <a:off x="2520285" y="1059987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4" name="Google Shape;134;p7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35" name="Google Shape;135;p7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" name="Google Shape;136;p7"/>
            <p:cNvGrpSpPr/>
            <p:nvPr/>
          </p:nvGrpSpPr>
          <p:grpSpPr>
            <a:xfrm rot="10800000" flipH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37" name="Google Shape;137;p7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8" name="Google Shape;138;p7"/>
              <p:cNvCxnSpPr/>
              <p:nvPr/>
            </p:nvCxnSpPr>
            <p:spPr>
              <a:xfrm rot="10800000" flipH="1">
                <a:off x="2520285" y="1390903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9" name="Google Shape;139;p7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40" name="Google Shape;140;p7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" name="Google Shape;141;p7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42" name="Google Shape;142;p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3" name="Google Shape;143;p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4" name="Google Shape;144;p7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5" name="Google Shape;145;p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46" name="Google Shape;146;p7"/>
            <p:cNvGrpSpPr/>
            <p:nvPr/>
          </p:nvGrpSpPr>
          <p:grpSpPr>
            <a:xfrm rot="10800000" flipH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147" name="Google Shape;147;p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8" name="Google Shape;148;p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9" name="Google Shape;149;p7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0" name="Google Shape;150;p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51" name="Google Shape;151;p7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152" name="Google Shape;152;p7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3" name="Google Shape;153;p7"/>
              <p:cNvCxnSpPr/>
              <p:nvPr/>
            </p:nvCxnSpPr>
            <p:spPr>
              <a:xfrm rot="10800000" flipH="1">
                <a:off x="1368303" y="2877197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4" name="Google Shape;154;p7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55" name="Google Shape;155;p7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0" name="Google Shape;160;p7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1" name="Google Shape;161;p7"/>
          <p:cNvSpPr/>
          <p:nvPr/>
        </p:nvSpPr>
        <p:spPr>
          <a:xfrm>
            <a:off x="82718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 txBox="1">
            <a:spLocks noGrp="1"/>
          </p:cNvSpPr>
          <p:nvPr>
            <p:ph type="sldNum" idx="12"/>
          </p:nvPr>
        </p:nvSpPr>
        <p:spPr>
          <a:xfrm>
            <a:off x="58527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7"/>
          <p:cNvSpPr txBox="1"/>
          <p:nvPr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7"/>
          <p:cNvSpPr txBox="1">
            <a:spLocks noGrp="1"/>
          </p:cNvSpPr>
          <p:nvPr>
            <p:ph type="body" idx="1"/>
          </p:nvPr>
        </p:nvSpPr>
        <p:spPr>
          <a:xfrm>
            <a:off x="2033899" y="1559014"/>
            <a:ext cx="8124204" cy="4153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7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6" name="Google Shape;166;p7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167" name="Google Shape;167;p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8" name="Google Shape;168;p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9" name="Google Shape;169;p7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70" name="Google Shape;170;p7"/>
          <p:cNvSpPr txBox="1">
            <a:spLocks noGrp="1"/>
          </p:cNvSpPr>
          <p:nvPr>
            <p:ph type="dt" idx="10"/>
          </p:nvPr>
        </p:nvSpPr>
        <p:spPr>
          <a:xfrm>
            <a:off x="796022" y="6454635"/>
            <a:ext cx="2132276" cy="26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7"/>
          <p:cNvSpPr txBox="1">
            <a:spLocks noGrp="1"/>
          </p:cNvSpPr>
          <p:nvPr>
            <p:ph type="body" idx="2"/>
          </p:nvPr>
        </p:nvSpPr>
        <p:spPr>
          <a:xfrm>
            <a:off x="4859729" y="734646"/>
            <a:ext cx="27146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êu đề chương">
  <p:cSld name="Tiêu đề chương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8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7" name="Google Shape;177;p8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178" name="Google Shape;178;p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9" name="Google Shape;179;p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0" name="Google Shape;180;p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81" name="Google Shape;181;p8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" name="Google Shape;182;p8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183" name="Google Shape;183;p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4" name="Google Shape;184;p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5" name="Google Shape;185;p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6" name="Google Shape;186;p8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 txBox="1">
            <a:spLocks noGrp="1"/>
          </p:cNvSpPr>
          <p:nvPr>
            <p:ph type="body" idx="1"/>
          </p:nvPr>
        </p:nvSpPr>
        <p:spPr>
          <a:xfrm>
            <a:off x="1470929" y="2095027"/>
            <a:ext cx="9941071" cy="88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  <a:defRPr sz="44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p8"/>
          <p:cNvSpPr txBox="1">
            <a:spLocks noGrp="1"/>
          </p:cNvSpPr>
          <p:nvPr>
            <p:ph type="body" idx="2"/>
          </p:nvPr>
        </p:nvSpPr>
        <p:spPr>
          <a:xfrm>
            <a:off x="1470930" y="3169159"/>
            <a:ext cx="9941070" cy="6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8"/>
          <p:cNvSpPr txBox="1">
            <a:spLocks noGrp="1"/>
          </p:cNvSpPr>
          <p:nvPr>
            <p:ph type="body" idx="3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  <a:defRPr sz="10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8"/>
          <p:cNvSpPr txBox="1">
            <a:spLocks noGrp="1"/>
          </p:cNvSpPr>
          <p:nvPr>
            <p:ph type="body" idx="4"/>
          </p:nvPr>
        </p:nvSpPr>
        <p:spPr>
          <a:xfrm>
            <a:off x="8896576" y="5231902"/>
            <a:ext cx="2521280" cy="157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12000"/>
              <a:buNone/>
              <a:defRPr sz="120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91" name="Google Shape;191;p8"/>
          <p:cNvCxnSpPr/>
          <p:nvPr/>
        </p:nvCxnSpPr>
        <p:spPr>
          <a:xfrm>
            <a:off x="1574156" y="2979683"/>
            <a:ext cx="3565003" cy="0"/>
          </a:xfrm>
          <a:prstGeom prst="straightConnector1">
            <a:avLst/>
          </a:prstGeom>
          <a:noFill/>
          <a:ln w="25400" cap="rnd" cmpd="sng">
            <a:solidFill>
              <a:srgbClr val="00F7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8"/>
          <p:cNvSpPr txBox="1">
            <a:spLocks noGrp="1"/>
          </p:cNvSpPr>
          <p:nvPr>
            <p:ph type="dt" idx="10"/>
          </p:nvPr>
        </p:nvSpPr>
        <p:spPr>
          <a:xfrm>
            <a:off x="60603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8"/>
          <p:cNvSpPr txBox="1">
            <a:spLocks noGrp="1"/>
          </p:cNvSpPr>
          <p:nvPr>
            <p:ph type="ftr" idx="11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8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195" name="Google Shape;195;p8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8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8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8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8"/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8"/>
          <p:cNvSpPr txBox="1">
            <a:spLocks noGrp="1"/>
          </p:cNvSpPr>
          <p:nvPr>
            <p:ph type="sldNum" idx="12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 sanh 1">
  <p:cSld name="So sanh 1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6" name="Google Shape;206;p9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207" name="Google Shape;207;p9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8" name="Google Shape;208;p9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9" name="Google Shape;209;p9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10" name="Google Shape;210;p9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 txBox="1">
            <a:spLocks noGrp="1"/>
          </p:cNvSpPr>
          <p:nvPr>
            <p:ph type="body" idx="1"/>
          </p:nvPr>
        </p:nvSpPr>
        <p:spPr>
          <a:xfrm>
            <a:off x="774144" y="1233825"/>
            <a:ext cx="5202000" cy="494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9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13" name="Google Shape;213;p9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214" name="Google Shape;214;p9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9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9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9"/>
          <p:cNvSpPr txBox="1">
            <a:spLocks noGrp="1"/>
          </p:cNvSpPr>
          <p:nvPr>
            <p:ph type="dt" idx="10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24" name="Google Shape;224;p9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225" name="Google Shape;225;p9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6" name="Google Shape;226;p9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7" name="Google Shape;227;p9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28" name="Google Shape;228;p9"/>
          <p:cNvSpPr txBox="1">
            <a:spLocks noGrp="1"/>
          </p:cNvSpPr>
          <p:nvPr>
            <p:ph type="body" idx="2"/>
          </p:nvPr>
        </p:nvSpPr>
        <p:spPr>
          <a:xfrm>
            <a:off x="6151800" y="1228490"/>
            <a:ext cx="5202000" cy="494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9"/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114F91"/>
              </a:buClr>
              <a:buSzPts val="4400"/>
              <a:buFont typeface="Arial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 sanh 2">
  <p:cSld name="So sanh 2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3" name="Google Shape;233;p10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234" name="Google Shape;234;p10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5" name="Google Shape;235;p10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6" name="Google Shape;236;p10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37" name="Google Shape;237;p10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 txBox="1">
            <a:spLocks noGrp="1"/>
          </p:cNvSpPr>
          <p:nvPr>
            <p:ph type="body" idx="1"/>
          </p:nvPr>
        </p:nvSpPr>
        <p:spPr>
          <a:xfrm>
            <a:off x="774144" y="1962615"/>
            <a:ext cx="5202000" cy="4214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10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40" name="Google Shape;240;p10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241" name="Google Shape;241;p10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0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0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0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0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0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" name="Google Shape;247;p10"/>
          <p:cNvSpPr txBox="1">
            <a:spLocks noGrp="1"/>
          </p:cNvSpPr>
          <p:nvPr>
            <p:ph type="dt" idx="10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51" name="Google Shape;251;p10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252" name="Google Shape;252;p10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3" name="Google Shape;253;p10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4" name="Google Shape;254;p10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55" name="Google Shape;255;p10"/>
          <p:cNvSpPr txBox="1">
            <a:spLocks noGrp="1"/>
          </p:cNvSpPr>
          <p:nvPr>
            <p:ph type="body" idx="2"/>
          </p:nvPr>
        </p:nvSpPr>
        <p:spPr>
          <a:xfrm>
            <a:off x="6151800" y="1957280"/>
            <a:ext cx="5202000" cy="4214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6" name="Google Shape;256;p10"/>
          <p:cNvSpPr txBox="1">
            <a:spLocks noGrp="1"/>
          </p:cNvSpPr>
          <p:nvPr>
            <p:ph type="body" idx="3"/>
          </p:nvPr>
        </p:nvSpPr>
        <p:spPr>
          <a:xfrm>
            <a:off x="774144" y="1233825"/>
            <a:ext cx="5202794" cy="504825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7" name="Google Shape;257;p10"/>
          <p:cNvSpPr txBox="1">
            <a:spLocks noGrp="1"/>
          </p:cNvSpPr>
          <p:nvPr>
            <p:ph type="body" idx="4"/>
          </p:nvPr>
        </p:nvSpPr>
        <p:spPr>
          <a:xfrm>
            <a:off x="6151006" y="1233825"/>
            <a:ext cx="5202794" cy="504825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8" name="Google Shape;258;p10"/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114F91"/>
              </a:buClr>
              <a:buSzPts val="4400"/>
              <a:buFont typeface="Arial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 2">
  <p:cSld name="Noi dung 2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2" name="Google Shape;262;p11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263" name="Google Shape;263;p1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4" name="Google Shape;264;p1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5" name="Google Shape;265;p1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66" name="Google Shape;266;p1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 txBox="1">
            <a:spLocks noGrp="1"/>
          </p:cNvSpPr>
          <p:nvPr>
            <p:ph type="title"/>
          </p:nvPr>
        </p:nvSpPr>
        <p:spPr>
          <a:xfrm>
            <a:off x="774146" y="202009"/>
            <a:ext cx="3932227" cy="1698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114F9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11"/>
          <p:cNvSpPr txBox="1">
            <a:spLocks noGrp="1"/>
          </p:cNvSpPr>
          <p:nvPr>
            <p:ph type="body" idx="1"/>
          </p:nvPr>
        </p:nvSpPr>
        <p:spPr>
          <a:xfrm>
            <a:off x="774144" y="2113808"/>
            <a:ext cx="3932227" cy="4063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9" name="Google Shape;269;p11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70" name="Google Shape;270;p11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271" name="Google Shape;271;p11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1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1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1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p11"/>
          <p:cNvSpPr txBox="1">
            <a:spLocks noGrp="1"/>
          </p:cNvSpPr>
          <p:nvPr>
            <p:ph type="dt" idx="10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1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81" name="Google Shape;281;p11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282" name="Google Shape;282;p1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3" name="Google Shape;283;p1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4" name="Google Shape;284;p1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85" name="Google Shape;285;p11"/>
          <p:cNvSpPr txBox="1">
            <a:spLocks noGrp="1"/>
          </p:cNvSpPr>
          <p:nvPr>
            <p:ph type="body" idx="2"/>
          </p:nvPr>
        </p:nvSpPr>
        <p:spPr>
          <a:xfrm>
            <a:off x="5085934" y="202009"/>
            <a:ext cx="6267866" cy="59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ình ảnh">
  <p:cSld name="Hình ảnh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9" name="Google Shape;289;p12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290" name="Google Shape;290;p1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1" name="Google Shape;291;p1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2" name="Google Shape;292;p12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93" name="Google Shape;293;p12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 txBox="1">
            <a:spLocks noGrp="1"/>
          </p:cNvSpPr>
          <p:nvPr>
            <p:ph type="title"/>
          </p:nvPr>
        </p:nvSpPr>
        <p:spPr>
          <a:xfrm>
            <a:off x="774146" y="202009"/>
            <a:ext cx="3932227" cy="1698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114F9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12"/>
          <p:cNvSpPr txBox="1">
            <a:spLocks noGrp="1"/>
          </p:cNvSpPr>
          <p:nvPr>
            <p:ph type="body" idx="1"/>
          </p:nvPr>
        </p:nvSpPr>
        <p:spPr>
          <a:xfrm>
            <a:off x="774144" y="2113808"/>
            <a:ext cx="3932227" cy="4063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6" name="Google Shape;296;p12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97" name="Google Shape;297;p12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298" name="Google Shape;298;p12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2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2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2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2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2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4" name="Google Shape;304;p12"/>
          <p:cNvSpPr txBox="1">
            <a:spLocks noGrp="1"/>
          </p:cNvSpPr>
          <p:nvPr>
            <p:ph type="dt" idx="10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2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08" name="Google Shape;308;p12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309" name="Google Shape;309;p1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0" name="Google Shape;310;p1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1" name="Google Shape;311;p12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12" name="Google Shape;312;p12"/>
          <p:cNvSpPr>
            <a:spLocks noGrp="1"/>
          </p:cNvSpPr>
          <p:nvPr>
            <p:ph type="pic" idx="2"/>
          </p:nvPr>
        </p:nvSpPr>
        <p:spPr>
          <a:xfrm>
            <a:off x="5160373" y="202009"/>
            <a:ext cx="6237261" cy="5976999"/>
          </a:xfrm>
          <a:prstGeom prst="roundRect">
            <a:avLst>
              <a:gd name="adj" fmla="val 574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ong 1">
  <p:cSld name="Trang trong 1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5" name="Google Shape;315;p13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316" name="Google Shape;316;p1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7" name="Google Shape;317;p1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8" name="Google Shape;318;p13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9" name="Google Shape;319;p13"/>
          <p:cNvSpPr/>
          <p:nvPr/>
        </p:nvSpPr>
        <p:spPr>
          <a:xfrm>
            <a:off x="22186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3"/>
          <p:cNvSpPr txBox="1">
            <a:spLocks noGrp="1"/>
          </p:cNvSpPr>
          <p:nvPr>
            <p:ph type="sldNum" idx="12"/>
          </p:nvPr>
        </p:nvSpPr>
        <p:spPr>
          <a:xfrm>
            <a:off x="-2005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1" name="Google Shape;321;p13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2" name="Google Shape;322;p13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323" name="Google Shape;323;p1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24" name="Google Shape;324;p1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25" name="Google Shape;325;p13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26" name="Google Shape;326;p13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dt" idx="10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ong 2">
  <p:cSld name="Trang trong 2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4"/>
          <p:cNvSpPr/>
          <p:nvPr/>
        </p:nvSpPr>
        <p:spPr>
          <a:xfrm>
            <a:off x="22186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4"/>
          <p:cNvSpPr txBox="1">
            <a:spLocks noGrp="1"/>
          </p:cNvSpPr>
          <p:nvPr>
            <p:ph type="sldNum" idx="12"/>
          </p:nvPr>
        </p:nvSpPr>
        <p:spPr>
          <a:xfrm>
            <a:off x="-2005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154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4F91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14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"/>
          <p:cNvSpPr txBox="1">
            <a:spLocks noGrp="1"/>
          </p:cNvSpPr>
          <p:nvPr>
            <p:ph type="ftr" idx="11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337" name="Google Shape;337;p1"/>
          <p:cNvSpPr txBox="1">
            <a:spLocks noGrp="1"/>
          </p:cNvSpPr>
          <p:nvPr>
            <p:ph type="sldNum" idx="12"/>
          </p:nvPr>
        </p:nvSpPr>
        <p:spPr>
          <a:xfrm>
            <a:off x="75604" y="658755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338" name="Google Shape;338;p1"/>
          <p:cNvSpPr txBox="1">
            <a:spLocks noGrp="1"/>
          </p:cNvSpPr>
          <p:nvPr>
            <p:ph type="body" idx="1"/>
          </p:nvPr>
        </p:nvSpPr>
        <p:spPr>
          <a:xfrm>
            <a:off x="1850807" y="2208158"/>
            <a:ext cx="8490387" cy="696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87F"/>
              </a:buClr>
              <a:buSzPct val="100000"/>
              <a:buNone/>
            </a:pPr>
            <a:r>
              <a:rPr lang="en-US"/>
              <a:t>CS231. Nhập môn thị giác máy tính</a:t>
            </a:r>
            <a:endParaRPr/>
          </a:p>
        </p:txBody>
      </p:sp>
      <p:sp>
        <p:nvSpPr>
          <p:cNvPr id="339" name="Google Shape;339;p1"/>
          <p:cNvSpPr txBox="1">
            <a:spLocks noGrp="1"/>
          </p:cNvSpPr>
          <p:nvPr>
            <p:ph type="body" idx="2"/>
          </p:nvPr>
        </p:nvSpPr>
        <p:spPr>
          <a:xfrm>
            <a:off x="876990" y="3429000"/>
            <a:ext cx="10438019" cy="4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2424"/>
              </a:buClr>
              <a:buSzPts val="2800"/>
              <a:buNone/>
            </a:pPr>
            <a:r>
              <a:rPr lang="en-US"/>
              <a:t> Bài thực hành 7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2424"/>
              </a:buClr>
              <a:buSzPts val="2800"/>
              <a:buNone/>
            </a:pPr>
            <a:r>
              <a:rPr lang="en-US"/>
              <a:t>Xác định vị trí đối tượng dùng mô hình tích chập</a:t>
            </a:r>
          </a:p>
        </p:txBody>
      </p:sp>
      <p:sp>
        <p:nvSpPr>
          <p:cNvPr id="340" name="Google Shape;340;p1"/>
          <p:cNvSpPr txBox="1">
            <a:spLocks noGrp="1"/>
          </p:cNvSpPr>
          <p:nvPr>
            <p:ph type="body" idx="3"/>
          </p:nvPr>
        </p:nvSpPr>
        <p:spPr>
          <a:xfrm>
            <a:off x="7758953" y="5005949"/>
            <a:ext cx="3637025" cy="345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4F91"/>
              </a:buClr>
              <a:buSzPts val="18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A53FE-555D-7BA8-33EF-0C61A1102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Mô tả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98372-CB2E-7403-EF57-11E746FC0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2800"/>
              <a:t>Dataset CUB là một trong những datatset phổ biến cho bài toán Object Localization.</a:t>
            </a:r>
          </a:p>
          <a:p>
            <a:r>
              <a:rPr lang="en-GB" sz="2800"/>
              <a:t>Link: https://www.kaggle.com/datasets/wenewone/cub2002011</a:t>
            </a:r>
          </a:p>
          <a:p>
            <a:endParaRPr lang="en-GB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33458-727F-896B-ADFC-8F2D849526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811CE7-E91E-567C-4BD3-4BFA4EF7F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778" y="3295961"/>
            <a:ext cx="5506387" cy="309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590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C494E-C095-F94D-8562-0F5EFEA23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79194-298F-2F82-A9A5-DC5550955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Mô tả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4FDAC-3C3B-9963-5209-97F19AD8D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0EC76-7DA0-E3F1-9E4B-0C438FB3EB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7B64D8-EB3F-5F33-B4E2-64B922BDF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631" y="1318914"/>
            <a:ext cx="3867166" cy="463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249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71216-4D00-D096-CE38-05006DDEA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3E997-072E-C447-1A4F-8D8D316DD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Mô tả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65F361-A94B-85C6-DFBF-D424142BA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2D657-E94E-3542-D81B-6BB884E5A4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34B082-EE0E-15A3-EED0-AFC57189D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438835"/>
            <a:ext cx="10638009" cy="4738128"/>
          </a:xfrm>
          <a:prstGeom prst="rect">
            <a:avLst/>
          </a:prstGeom>
        </p:spPr>
      </p:pic>
      <p:sp>
        <p:nvSpPr>
          <p:cNvPr id="5" name="Arrow: Left 4">
            <a:extLst>
              <a:ext uri="{FF2B5EF4-FFF2-40B4-BE49-F238E27FC236}">
                <a16:creationId xmlns:a16="http://schemas.microsoft.com/office/drawing/2014/main" id="{1F0FA4BF-3D93-8506-FE2B-6040ECBBE3DD}"/>
              </a:ext>
            </a:extLst>
          </p:cNvPr>
          <p:cNvSpPr/>
          <p:nvPr/>
        </p:nvSpPr>
        <p:spPr>
          <a:xfrm>
            <a:off x="11179529" y="2394679"/>
            <a:ext cx="593362" cy="393492"/>
          </a:xfrm>
          <a:prstGeom prst="lef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287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913F5-38E0-E0AC-29BE-D61B69F47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2BFCA-8F80-1FEC-FAF4-A54D404F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Mô tả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156A9-88D5-6236-467B-4D5CEB0D1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B4F88-DE0D-C6FB-F578-A75E0CE3AD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750CC5-4BFF-4A8A-0A03-F580F28A8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169" y="1438835"/>
            <a:ext cx="10233605" cy="4829466"/>
          </a:xfrm>
          <a:prstGeom prst="rect">
            <a:avLst/>
          </a:prstGeom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AD403E72-3ED9-1E29-6CDB-0F67A528C320}"/>
              </a:ext>
            </a:extLst>
          </p:cNvPr>
          <p:cNvSpPr/>
          <p:nvPr/>
        </p:nvSpPr>
        <p:spPr>
          <a:xfrm>
            <a:off x="10760436" y="3429000"/>
            <a:ext cx="593362" cy="393492"/>
          </a:xfrm>
          <a:prstGeom prst="lef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8375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F6AB5-17BC-BCE0-1428-D570D249E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9D5E0-9A3B-6A55-893D-AA9BA1E54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Mô tả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23450-85C0-D423-F7DD-133CC95966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980DA-DB74-2DC4-A593-8533CF33E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1026" name="Picture 2" descr="Ecological Protection through Object Detection at Wind Farms | by Will ...">
            <a:extLst>
              <a:ext uri="{FF2B5EF4-FFF2-40B4-BE49-F238E27FC236}">
                <a16:creationId xmlns:a16="http://schemas.microsoft.com/office/drawing/2014/main" id="{FC2B9DC7-FC63-2C59-1995-D800EEB02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2940" y="1016898"/>
            <a:ext cx="5666281" cy="5666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708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EEB45-2D42-41A0-D147-BBA11F8B5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Yêu cầu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C1EF8-7477-B4EF-6DE7-5B84DCBEB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Dựa trên dataset CUB trên, các em hãy xây dựng mô hình mạng học sâu để thực hiện bài toán này.</a:t>
            </a:r>
          </a:p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A415A-1614-BD1B-B1F5-646921A7CE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251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109</Words>
  <Application>Microsoft Office PowerPoint</Application>
  <PresentationFormat>Widescreen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Times New Roman</vt:lpstr>
      <vt:lpstr>Calibri</vt:lpstr>
      <vt:lpstr>Tahoma</vt:lpstr>
      <vt:lpstr>Office Theme</vt:lpstr>
      <vt:lpstr>PowerPoint Presentation</vt:lpstr>
      <vt:lpstr>Mô tả</vt:lpstr>
      <vt:lpstr>Mô tả</vt:lpstr>
      <vt:lpstr>Mô tả</vt:lpstr>
      <vt:lpstr>Mô tả</vt:lpstr>
      <vt:lpstr>Mô tả</vt:lpstr>
      <vt:lpstr>Yêu cầu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Trần Hoàng Lộc</dc:creator>
  <cp:lastModifiedBy>Mai Tiến Dũng</cp:lastModifiedBy>
  <cp:revision>4</cp:revision>
  <dcterms:created xsi:type="dcterms:W3CDTF">2023-03-03T01:55:04Z</dcterms:created>
  <dcterms:modified xsi:type="dcterms:W3CDTF">2025-05-09T07:31:32Z</dcterms:modified>
</cp:coreProperties>
</file>